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0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30.png"/><Relationship Id="rId9" Type="http://schemas.openxmlformats.org/officeDocument/2006/relationships/image" Target="../media/image2.png"/><Relationship Id="rId1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17.png"/><Relationship Id="rId4" Type="http://schemas.openxmlformats.org/officeDocument/2006/relationships/image" Target="../media/image31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6.png"/><Relationship Id="rId5" Type="http://schemas.openxmlformats.org/officeDocument/2006/relationships/image" Target="../media/image28.png"/><Relationship Id="rId10" Type="http://schemas.openxmlformats.org/officeDocument/2006/relationships/image" Target="../media/image35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268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konexa/assets/icons/awse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808" y="822960"/>
            <a:ext cx="566928" cy="566928"/>
          </a:xfrm>
          <a:prstGeom prst="rect">
            <a:avLst/>
          </a:prstGeom>
        </p:spPr>
      </p:pic>
      <p:pic>
        <p:nvPicPr>
          <p:cNvPr id="4" name="Image 2" descr="/home/claude/konexa/assets/icons/apach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488" y="1024128"/>
            <a:ext cx="566928" cy="566928"/>
          </a:xfrm>
          <a:prstGeom prst="rect">
            <a:avLst/>
          </a:prstGeom>
        </p:spPr>
      </p:pic>
      <p:pic>
        <p:nvPicPr>
          <p:cNvPr id="5" name="Image 3" descr="/home/claude/konexa/assets/icons/node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168" y="822960"/>
            <a:ext cx="566928" cy="566928"/>
          </a:xfrm>
          <a:prstGeom prst="rect">
            <a:avLst/>
          </a:prstGeom>
        </p:spPr>
      </p:pic>
      <p:pic>
        <p:nvPicPr>
          <p:cNvPr id="6" name="Image 4" descr="/home/claude/konexa/assets/icons/g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48" y="1024128"/>
            <a:ext cx="566928" cy="566928"/>
          </a:xfrm>
          <a:prstGeom prst="rect">
            <a:avLst/>
          </a:prstGeom>
        </p:spPr>
      </p:pic>
      <p:pic>
        <p:nvPicPr>
          <p:cNvPr id="7" name="Image 5" descr="/home/claude/konexa/assets/icons/aws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528" y="822960"/>
            <a:ext cx="566928" cy="566928"/>
          </a:xfrm>
          <a:prstGeom prst="rect">
            <a:avLst/>
          </a:prstGeom>
        </p:spPr>
      </p:pic>
      <p:pic>
        <p:nvPicPr>
          <p:cNvPr id="8" name="Image 6" descr="/home/claude/konexa/assets/icons/ba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3208" y="1024128"/>
            <a:ext cx="566928" cy="566928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718408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 ·  CLOUD FOUNDATION RELEASE</a:t>
            </a:r>
            <a:endParaRPr lang="en-US" sz="1200" dirty="0"/>
          </a:p>
        </p:txBody>
      </p:sp>
      <p:sp>
        <p:nvSpPr>
          <p:cNvPr id="10" name="Text 1"/>
          <p:cNvSpPr/>
          <p:nvPr/>
        </p:nvSpPr>
        <p:spPr>
          <a:xfrm>
            <a:off x="0" y="242316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endParaRPr lang="en-US" sz="9600" dirty="0"/>
          </a:p>
        </p:txBody>
      </p:sp>
      <p:sp>
        <p:nvSpPr>
          <p:cNvPr id="11" name="Text 2"/>
          <p:cNvSpPr/>
          <p:nvPr/>
        </p:nvSpPr>
        <p:spPr>
          <a:xfrm>
            <a:off x="5486399" y="2624328"/>
            <a:ext cx="83332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2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Shape 3"/>
          <p:cNvSpPr/>
          <p:nvPr/>
        </p:nvSpPr>
        <p:spPr>
          <a:xfrm>
            <a:off x="5090008" y="3977640"/>
            <a:ext cx="2011680" cy="0"/>
          </a:xfrm>
          <a:prstGeom prst="lin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0" y="41148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DevOps Operations Platform</a:t>
            </a:r>
            <a:endParaRPr lang="en-US" sz="2000" dirty="0"/>
          </a:p>
        </p:txBody>
      </p:sp>
      <p:sp>
        <p:nvSpPr>
          <p:cNvPr id="14" name="Shape 5"/>
          <p:cNvSpPr/>
          <p:nvPr/>
        </p:nvSpPr>
        <p:spPr>
          <a:xfrm>
            <a:off x="3626968" y="507492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sp>
        <p:nvSpPr>
          <p:cNvPr id="15" name="Text 6"/>
          <p:cNvSpPr/>
          <p:nvPr/>
        </p:nvSpPr>
        <p:spPr>
          <a:xfrm>
            <a:off x="3809848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PROJECT</a:t>
            </a:r>
            <a:endParaRPr lang="en-US" sz="1100" dirty="0"/>
          </a:p>
        </p:txBody>
      </p:sp>
      <p:sp>
        <p:nvSpPr>
          <p:cNvPr id="16" name="Text 7"/>
          <p:cNvSpPr/>
          <p:nvPr/>
        </p:nvSpPr>
        <p:spPr>
          <a:xfrm>
            <a:off x="3809848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Essakimuthu Muthu</a:t>
            </a:r>
            <a:endParaRPr lang="en-US" sz="2000" dirty="0"/>
          </a:p>
        </p:txBody>
      </p:sp>
      <p:sp>
        <p:nvSpPr>
          <p:cNvPr id="17" name="Text 8"/>
          <p:cNvSpPr/>
          <p:nvPr/>
        </p:nvSpPr>
        <p:spPr>
          <a:xfrm>
            <a:off x="3809848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in Training  ·  AWS Cloud Track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Konexa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evolving platform instead of disconnected course projects — Konexa grows version by version into a complete Enterprise DevOps Operations Platform.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1560" y="3794760"/>
            <a:ext cx="10088575" cy="0"/>
          </a:xfrm>
          <a:prstGeom prst="line">
            <a:avLst/>
          </a:prstGeom>
          <a:noFill/>
          <a:ln w="19050">
            <a:solidFill>
              <a:srgbClr val="3B82F6">
                <a:alpha val="45000"/>
              </a:srgbClr>
            </a:solidFill>
            <a:prstDash val="sysDot"/>
          </a:ln>
        </p:spPr>
      </p:sp>
      <p:sp>
        <p:nvSpPr>
          <p:cNvPr id="7" name="Shape 4"/>
          <p:cNvSpPr/>
          <p:nvPr/>
        </p:nvSpPr>
        <p:spPr>
          <a:xfrm>
            <a:off x="1051560" y="3794760"/>
            <a:ext cx="2522144" cy="0"/>
          </a:xfrm>
          <a:prstGeom prst="line">
            <a:avLst/>
          </a:prstGeom>
          <a:noFill/>
          <a:ln w="31750">
            <a:solidFill>
              <a:srgbClr val="22D3EE">
                <a:alpha val="8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3675888"/>
            <a:ext cx="237744" cy="237744"/>
          </a:xfrm>
          <a:prstGeom prst="ellipse">
            <a:avLst/>
          </a:prstGeom>
          <a:solidFill>
            <a:srgbClr val="0F1830">
              <a:alpha val="90000"/>
            </a:srgbClr>
          </a:solidFill>
          <a:ln w="190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86000"/>
            <a:ext cx="1554480" cy="1234440"/>
          </a:xfrm>
          <a:prstGeom prst="roundRect">
            <a:avLst>
              <a:gd name="adj" fmla="val 7407"/>
            </a:avLst>
          </a:prstGeom>
          <a:solidFill>
            <a:srgbClr val="111C36">
              <a:alpha val="40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pic>
        <p:nvPicPr>
          <p:cNvPr id="10" name="Image 1" descr="/home/claude/konexa/assets/icons/graduation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32304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51560" y="3520440"/>
            <a:ext cx="0" cy="274320"/>
          </a:xfrm>
          <a:prstGeom prst="line">
            <a:avLst/>
          </a:prstGeom>
          <a:noFill/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54832" y="3675888"/>
            <a:ext cx="237744" cy="23774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  <a:effectLst>
            <a:outerShdw blurRad="203200" dist="50800" dir="16200000" algn="bl" rotWithShape="0">
              <a:srgbClr val="22D3EE">
                <a:alpha val="6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96464" y="2286000"/>
            <a:ext cx="1554480" cy="1234440"/>
          </a:xfrm>
          <a:prstGeom prst="roundRect">
            <a:avLst>
              <a:gd name="adj" fmla="val 7407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pic>
        <p:nvPicPr>
          <p:cNvPr id="15" name="Image 2" descr="/home/claude/konexa/assets/icons/aws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384" y="2432304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96464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Foundation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573704" y="3520440"/>
            <a:ext cx="0" cy="274320"/>
          </a:xfrm>
          <a:prstGeom prst="line">
            <a:avLst/>
          </a:prstGeom>
          <a:noFill/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76976" y="3675888"/>
            <a:ext cx="237744" cy="237744"/>
          </a:xfrm>
          <a:prstGeom prst="ellipse">
            <a:avLst/>
          </a:prstGeom>
          <a:solidFill>
            <a:srgbClr val="0F1830">
              <a:alpha val="90000"/>
            </a:srgbClr>
          </a:solidFill>
          <a:ln w="190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18608" y="2286000"/>
            <a:ext cx="1554480" cy="1234440"/>
          </a:xfrm>
          <a:prstGeom prst="roundRect">
            <a:avLst>
              <a:gd name="adj" fmla="val 7407"/>
            </a:avLst>
          </a:prstGeom>
          <a:solidFill>
            <a:srgbClr val="111C36">
              <a:alpha val="40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pic>
        <p:nvPicPr>
          <p:cNvPr id="20" name="Image 3" descr="/home/claude/konexa/assets/icons/jenk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528" y="2432304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18608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095848" y="3520440"/>
            <a:ext cx="0" cy="274320"/>
          </a:xfrm>
          <a:prstGeom prst="line">
            <a:avLst/>
          </a:prstGeom>
          <a:noFill/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499119" y="3675888"/>
            <a:ext cx="237744" cy="237744"/>
          </a:xfrm>
          <a:prstGeom prst="ellipse">
            <a:avLst/>
          </a:prstGeom>
          <a:solidFill>
            <a:srgbClr val="0F1830">
              <a:alpha val="90000"/>
            </a:srgbClr>
          </a:solidFill>
          <a:ln w="190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840751" y="2286000"/>
            <a:ext cx="1554480" cy="1234440"/>
          </a:xfrm>
          <a:prstGeom prst="roundRect">
            <a:avLst>
              <a:gd name="adj" fmla="val 7407"/>
            </a:avLst>
          </a:prstGeom>
          <a:solidFill>
            <a:srgbClr val="111C36">
              <a:alpha val="40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pic>
        <p:nvPicPr>
          <p:cNvPr id="25" name="Image 4" descr="/home/claude/konexa/assets/icons/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671" y="2432304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40751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617991" y="3520440"/>
            <a:ext cx="0" cy="274320"/>
          </a:xfrm>
          <a:prstGeom prst="line">
            <a:avLst/>
          </a:prstGeom>
          <a:noFill/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1021263" y="3675888"/>
            <a:ext cx="237744" cy="237744"/>
          </a:xfrm>
          <a:prstGeom prst="ellipse">
            <a:avLst/>
          </a:prstGeom>
          <a:solidFill>
            <a:srgbClr val="0F1830">
              <a:alpha val="90000"/>
            </a:srgbClr>
          </a:solidFill>
          <a:ln w="190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0362895" y="2286000"/>
            <a:ext cx="1554480" cy="1234440"/>
          </a:xfrm>
          <a:prstGeom prst="roundRect">
            <a:avLst>
              <a:gd name="adj" fmla="val 7407"/>
            </a:avLst>
          </a:prstGeom>
          <a:solidFill>
            <a:srgbClr val="111C36">
              <a:alpha val="40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pic>
        <p:nvPicPr>
          <p:cNvPr id="30" name="Image 5" descr="/home/claude/konexa/assets/icons/buil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5815" y="2432304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362895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11140135" y="3520440"/>
            <a:ext cx="0" cy="274320"/>
          </a:xfrm>
          <a:prstGeom prst="line">
            <a:avLst/>
          </a:prstGeom>
          <a:noFill/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Module 1 establishes the cloud, automation, and version-control foundation everything else builds on.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DELIVERED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Objectives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 objectives completed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7" name="Image 1" descr="/home/claude/konexa/assets/icons/awse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1031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EC2 instance provisioned</a:t>
            </a:r>
            <a:endParaRPr lang="en-US" sz="1300" dirty="0"/>
          </a:p>
        </p:txBody>
      </p:sp>
      <p:pic>
        <p:nvPicPr>
          <p:cNvPr id="9" name="Image 2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180844"/>
            <a:ext cx="347472" cy="34747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2907792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11" name="Image 3" descr="/home/claude/konexa/assets/icons/apach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044952"/>
            <a:ext cx="502920" cy="502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29077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web server installed</a:t>
            </a:r>
            <a:endParaRPr lang="en-US" sz="1300" dirty="0"/>
          </a:p>
        </p:txBody>
      </p:sp>
      <p:pic>
        <p:nvPicPr>
          <p:cNvPr id="13" name="Image 4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122676"/>
            <a:ext cx="347472" cy="34747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40080" y="384962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15" name="Image 5" descr="/home/claude/konexa/assets/icons/nod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986784"/>
            <a:ext cx="502920" cy="5029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17320" y="384962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installed</a:t>
            </a:r>
            <a:endParaRPr lang="en-US" sz="1300" dirty="0"/>
          </a:p>
        </p:txBody>
      </p:sp>
      <p:pic>
        <p:nvPicPr>
          <p:cNvPr id="17" name="Image 6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064508"/>
            <a:ext cx="347472" cy="347472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40080" y="4791456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19" name="Image 7" descr="/home/claude/konexa/assets/icons/g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928616"/>
            <a:ext cx="502920" cy="5029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417320" y="47914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 configured</a:t>
            </a:r>
            <a:endParaRPr lang="en-US" sz="1300" dirty="0"/>
          </a:p>
        </p:txBody>
      </p:sp>
      <p:pic>
        <p:nvPicPr>
          <p:cNvPr id="21" name="Image 8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006340"/>
            <a:ext cx="347472" cy="347472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40080" y="5733288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23" name="Image 9" descr="/home/claude/konexa/assets/icons/githu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5870448"/>
            <a:ext cx="502920" cy="5029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417320" y="5733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connected</a:t>
            </a:r>
            <a:endParaRPr lang="en-US" sz="1300" dirty="0"/>
          </a:p>
        </p:txBody>
      </p:sp>
      <p:pic>
        <p:nvPicPr>
          <p:cNvPr id="25" name="Image 10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948172"/>
            <a:ext cx="347472" cy="347472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6126480" y="19659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27" name="Image 11" descr="/home/claude/konexa/assets/icons/ba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103120"/>
            <a:ext cx="502920" cy="50292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9037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automation scripting</a:t>
            </a:r>
            <a:endParaRPr lang="en-US" sz="1300" dirty="0"/>
          </a:p>
        </p:txBody>
      </p:sp>
      <p:pic>
        <p:nvPicPr>
          <p:cNvPr id="29" name="Image 12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2180844"/>
            <a:ext cx="347472" cy="34747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6126480" y="2907792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31" name="Image 13" descr="/home/claude/konexa/assets/icons/awscl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784" y="3044952"/>
            <a:ext cx="502920" cy="50292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903720" y="29077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installed &amp; configured</a:t>
            </a:r>
            <a:endParaRPr lang="en-US" sz="1300" dirty="0"/>
          </a:p>
        </p:txBody>
      </p:sp>
      <p:pic>
        <p:nvPicPr>
          <p:cNvPr id="33" name="Image 14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3122676"/>
            <a:ext cx="347472" cy="347472"/>
          </a:xfrm>
          <a:prstGeom prst="rect">
            <a:avLst/>
          </a:prstGeom>
        </p:spPr>
      </p:pic>
      <p:sp>
        <p:nvSpPr>
          <p:cNvPr id="34" name="Shape 17"/>
          <p:cNvSpPr/>
          <p:nvPr/>
        </p:nvSpPr>
        <p:spPr>
          <a:xfrm>
            <a:off x="6126480" y="3849624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35" name="Image 15" descr="/home/claude/konexa/assets/icons/i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3986784"/>
            <a:ext cx="502920" cy="502920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903720" y="384962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attached to EC2</a:t>
            </a:r>
            <a:endParaRPr lang="en-US" sz="1300" dirty="0"/>
          </a:p>
        </p:txBody>
      </p:sp>
      <p:pic>
        <p:nvPicPr>
          <p:cNvPr id="37" name="Image 16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4064508"/>
            <a:ext cx="347472" cy="347472"/>
          </a:xfrm>
          <a:prstGeom prst="rect">
            <a:avLst/>
          </a:prstGeom>
        </p:spPr>
      </p:pic>
      <p:sp>
        <p:nvSpPr>
          <p:cNvPr id="38" name="Shape 19"/>
          <p:cNvSpPr/>
          <p:nvPr/>
        </p:nvSpPr>
        <p:spPr>
          <a:xfrm>
            <a:off x="6126480" y="4791456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39" name="Image 17" descr="/home/claude/konexa/assets/icons/awss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2784" y="4928616"/>
            <a:ext cx="502920" cy="502920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6903720" y="47914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bucket created</a:t>
            </a:r>
            <a:endParaRPr lang="en-US" sz="1300" dirty="0"/>
          </a:p>
        </p:txBody>
      </p:sp>
      <p:pic>
        <p:nvPicPr>
          <p:cNvPr id="41" name="Image 18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5006340"/>
            <a:ext cx="347472" cy="347472"/>
          </a:xfrm>
          <a:prstGeom prst="rect">
            <a:avLst/>
          </a:prstGeom>
        </p:spPr>
      </p:pic>
      <p:sp>
        <p:nvSpPr>
          <p:cNvPr id="42" name="Shape 21"/>
          <p:cNvSpPr/>
          <p:nvPr/>
        </p:nvSpPr>
        <p:spPr>
          <a:xfrm>
            <a:off x="6126480" y="5733288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43" name="Image 19" descr="/home/claude/konexa/assets/icons/cr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2784" y="5870448"/>
            <a:ext cx="502920" cy="502920"/>
          </a:xfrm>
          <a:prstGeom prst="rect">
            <a:avLst/>
          </a:prstGeom>
        </p:spPr>
      </p:pic>
      <p:sp>
        <p:nvSpPr>
          <p:cNvPr id="44" name="Text 22"/>
          <p:cNvSpPr/>
          <p:nvPr/>
        </p:nvSpPr>
        <p:spPr>
          <a:xfrm>
            <a:off x="6903720" y="5733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automation scheduled</a:t>
            </a:r>
            <a:endParaRPr lang="en-US" sz="1300" dirty="0"/>
          </a:p>
        </p:txBody>
      </p:sp>
      <p:pic>
        <p:nvPicPr>
          <p:cNvPr id="45" name="Image 20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5948172"/>
            <a:ext cx="347472" cy="347472"/>
          </a:xfrm>
          <a:prstGeom prst="rect">
            <a:avLst/>
          </a:prstGeom>
        </p:spPr>
      </p:pic>
      <p:sp>
        <p:nvSpPr>
          <p:cNvPr id="46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47" name="Text 2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Infrastructure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46120" y="1417320"/>
            <a:ext cx="5669280" cy="5074920"/>
          </a:xfrm>
          <a:prstGeom prst="roundRect">
            <a:avLst>
              <a:gd name="adj" fmla="val 2162"/>
            </a:avLst>
          </a:prstGeom>
          <a:solidFill>
            <a:srgbClr val="0F1830">
              <a:alpha val="25000"/>
            </a:srgbClr>
          </a:solidFill>
          <a:ln w="12700">
            <a:solidFill>
              <a:srgbClr val="FF9900">
                <a:alpha val="55000"/>
              </a:srgbClr>
            </a:solidFill>
            <a:prstDash val="solid"/>
          </a:ln>
        </p:spPr>
      </p:sp>
      <p:pic>
        <p:nvPicPr>
          <p:cNvPr id="6" name="Image 1" descr="/home/claude/konexa/assets/icons/awscl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7276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520440" y="205740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0B1120">
              <a:alpha val="4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749040" y="251460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0F1830">
              <a:alpha val="55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8620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SUBNET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77640" y="2926080"/>
            <a:ext cx="4206240" cy="2971800"/>
          </a:xfrm>
          <a:prstGeom prst="roundRect">
            <a:avLst>
              <a:gd name="adj" fmla="val 3077"/>
            </a:avLst>
          </a:prstGeom>
          <a:solidFill>
            <a:srgbClr val="111C36">
              <a:alpha val="60000"/>
            </a:srgbClr>
          </a:solidFill>
          <a:ln w="12700">
            <a:solidFill>
              <a:srgbClr val="34D399">
                <a:alpha val="55000"/>
              </a:srgbClr>
            </a:solidFill>
            <a:prstDash val="solid"/>
          </a:ln>
        </p:spPr>
      </p:sp>
      <p:pic>
        <p:nvPicPr>
          <p:cNvPr id="13" name="Image 2" descr="/home/claude/konexa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0358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2272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206240" y="34290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0F1830">
              <a:alpha val="80000"/>
            </a:srgbClr>
          </a:solidFill>
          <a:ln w="12700">
            <a:solidFill>
              <a:srgbClr val="FF9900">
                <a:alpha val="80000"/>
              </a:srgbClr>
            </a:solidFill>
            <a:prstDash val="solid"/>
          </a:ln>
          <a:effectLst>
            <a:outerShdw blurRad="177800" dist="25400" dir="5400000" algn="bl" rotWithShape="0">
              <a:srgbClr val="FF9900">
                <a:alpha val="30000"/>
              </a:srgbClr>
            </a:outerShdw>
          </a:effectLst>
        </p:spPr>
      </p:sp>
      <p:pic>
        <p:nvPicPr>
          <p:cNvPr id="16" name="Image 3" descr="/home/claude/konexa/assets/icons/aws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566160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6636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EC2 Instance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Server  +  Konexa Project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080760" y="4389120"/>
            <a:ext cx="914" cy="32004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943600" y="44988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206240" y="470916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0F1830">
              <a:alpha val="80000"/>
            </a:srgbClr>
          </a:solidFill>
          <a:ln w="12700">
            <a:solidFill>
              <a:srgbClr val="FF9900">
                <a:alpha val="80000"/>
              </a:srgbClr>
            </a:solidFill>
            <a:prstDash val="solid"/>
          </a:ln>
          <a:effectLst>
            <a:outerShdw blurRad="177800" dist="25400" dir="5400000" algn="bl" rotWithShape="0">
              <a:srgbClr val="FF9900">
                <a:alpha val="30000"/>
              </a:srgbClr>
            </a:outerShdw>
          </a:effectLst>
        </p:spPr>
      </p:sp>
      <p:pic>
        <p:nvPicPr>
          <p:cNvPr id="21" name="Image 4" descr="/home/claude/konexa/assets/icons/aws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4828032"/>
            <a:ext cx="603504" cy="6035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4800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 storage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57200" y="324612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111C36">
              <a:alpha val="5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pic>
        <p:nvPicPr>
          <p:cNvPr id="24" name="Image 5" descr="/home/claude/konexa/assets/icons/netwo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338328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324612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2560320" y="3721608"/>
            <a:ext cx="685800" cy="914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8803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457200" y="461772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flows from the public internet through the VPC’s security group into the EC2-hosted Apache server, which is backed by scheduled S3 backups.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Folder Structure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predictable structure separating source, automation, backups, and logs.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3317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Konexa/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frontend/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scripts/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healthcheck.sh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 backup.sh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backups/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logs/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README.md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LICENSE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.gitignore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20574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9" name="Image 1" descr="/home/claude/konexa/assets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67128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211226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the future Next.js application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28803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12" name="Image 2" descr="/home/claude/konexa/assets/icons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990088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29352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and backup automation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2200" y="370332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15" name="Image 3" descr="/home/claude/konexa/assets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813048"/>
            <a:ext cx="493776" cy="4937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75818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backups/ &amp; logs/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archive and execution history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172200" y="45262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18" name="Image 4" descr="/home/claude/konexa/assets/icons/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636008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458114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&amp; LICENSE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usage terms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 Workflow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6" name="Image 1" descr="/home/claude/konexa/assets/icons/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764792"/>
            <a:ext cx="658368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16002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834640" y="2103120"/>
            <a:ext cx="1143000" cy="914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232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977640" y="1600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11" name="Image 2" descr="/home/claude/konexa/assets/icons/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764792"/>
            <a:ext cx="658368" cy="65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16002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89320" y="2103120"/>
            <a:ext cx="1143000" cy="914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779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132320" y="16002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pic>
        <p:nvPicPr>
          <p:cNvPr id="16" name="Image 3" descr="/home/claude/konexa/assets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764792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01000" y="16002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" y="3063240"/>
            <a:ext cx="5577840" cy="3246120"/>
          </a:xfrm>
          <a:prstGeom prst="roundRect">
            <a:avLst>
              <a:gd name="adj" fmla="val 2535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25400" dir="5400000" algn="bl" rotWithShape="0">
              <a:srgbClr val="22D3EE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" y="3063240"/>
            <a:ext cx="5577840" cy="310896"/>
          </a:xfrm>
          <a:prstGeom prst="roundRect">
            <a:avLst>
              <a:gd name="adj" fmla="val 26471"/>
            </a:avLst>
          </a:prstGeom>
          <a:solidFill>
            <a:srgbClr val="0D1526">
              <a:alpha val="9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40080" y="3218688"/>
            <a:ext cx="5577840" cy="15544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1" name="Shape 15"/>
          <p:cNvSpPr/>
          <p:nvPr/>
        </p:nvSpPr>
        <p:spPr>
          <a:xfrm>
            <a:off x="800100" y="3177540"/>
            <a:ext cx="82296" cy="82296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973836" y="3177540"/>
            <a:ext cx="82296" cy="82296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1147572" y="3177540"/>
            <a:ext cx="82296" cy="82296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1280160" y="30632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konexa — bash — 80×24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96112" y="3483864"/>
            <a:ext cx="50657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module 1 setup"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Enumerating objects, done.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github.com:muthu/konexa.git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 -&gt; main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92240" y="30632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665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766560" y="3657600"/>
            <a:ext cx="4526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Konexa is tracked with full history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acts as the single source of truth for the codebase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document the project’s evolution version by version</a:t>
            </a:r>
            <a:endParaRPr lang="en-US" sz="1300" dirty="0"/>
          </a:p>
          <a:p>
            <a:pPr marL="177800" indent="-1778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foundation for CI/CD pipelines in later modules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ENVIRONMENT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+ Node.js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  <a:effectLst>
            <a:outerShdw blurRad="177800" dist="25400" dir="5400000" algn="bl" rotWithShape="0">
              <a:srgbClr val="34D399">
                <a:alpha val="30000"/>
              </a:srgbClr>
            </a:outerShdw>
          </a:effectLst>
        </p:spPr>
      </p:sp>
      <p:pic>
        <p:nvPicPr>
          <p:cNvPr id="6" name="Image 1" descr="/home/claude/konexa/assets/icons/ap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HTTP Server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920240" y="24688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20240" y="24688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 &amp; SERVING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6012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actively running on the Ubuntu EC2 instance, serving the Konexa project over HTTP.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065276" y="4128516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8"/>
          <p:cNvSpPr/>
          <p:nvPr/>
        </p:nvSpPr>
        <p:spPr>
          <a:xfrm>
            <a:off x="1261872" y="40050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via apt on Ubuntu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065276" y="4512564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0"/>
          <p:cNvSpPr/>
          <p:nvPr/>
        </p:nvSpPr>
        <p:spPr>
          <a:xfrm>
            <a:off x="1261872" y="4389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as the active web server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065276" y="4896612"/>
            <a:ext cx="64008" cy="640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2"/>
          <p:cNvSpPr/>
          <p:nvPr/>
        </p:nvSpPr>
        <p:spPr>
          <a:xfrm>
            <a:off x="1261872" y="47731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project content on port 80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FF9900">
                <a:alpha val="75000"/>
              </a:srgbClr>
            </a:solidFill>
            <a:prstDash val="solid"/>
          </a:ln>
        </p:spPr>
      </p:sp>
      <p:pic>
        <p:nvPicPr>
          <p:cNvPr id="18" name="Image 2" descr="/home/claude/konexa/assets/icons/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11680"/>
            <a:ext cx="777240" cy="777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43800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Runtime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7543800" y="246888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9900">
              <a:alpha val="2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543800" y="2468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INSTALLED, ON DECK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to prepare the environment for a future Next.js deployment — not yet serving the frontend.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688836" y="4128516"/>
            <a:ext cx="64008" cy="640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19"/>
          <p:cNvSpPr/>
          <p:nvPr/>
        </p:nvSpPr>
        <p:spPr>
          <a:xfrm>
            <a:off x="6885432" y="40050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version-verified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688836" y="4512564"/>
            <a:ext cx="64008" cy="640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1"/>
          <p:cNvSpPr/>
          <p:nvPr/>
        </p:nvSpPr>
        <p:spPr>
          <a:xfrm>
            <a:off x="6885432" y="4389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the frontend/ directory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688836" y="4896612"/>
            <a:ext cx="64008" cy="640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Text 23"/>
          <p:cNvSpPr/>
          <p:nvPr/>
        </p:nvSpPr>
        <p:spPr>
          <a:xfrm>
            <a:off x="6885432" y="47731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deployment planned ahead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548640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111C36">
              <a:alpha val="60000"/>
            </a:srgbClr>
          </a:solidFill>
          <a:ln w="12700">
            <a:solidFill>
              <a:srgbClr val="FF9900">
                <a:alpha val="65000"/>
              </a:srgbClr>
            </a:solidFill>
            <a:prstDash val="solid"/>
          </a:ln>
        </p:spPr>
      </p:sp>
      <p:pic>
        <p:nvPicPr>
          <p:cNvPr id="30" name="Image 3" descr="/home/claude/konexa/assets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614416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1732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not yet hosted by Apache — Node.js is installed only in preparation for a future release.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MONITORING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Script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Bash script that reports live server vitals on demand.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6492240" cy="4343400"/>
          </a:xfrm>
          <a:prstGeom prst="roundRect">
            <a:avLst>
              <a:gd name="adj" fmla="val 1895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25400" dir="5400000" algn="bl" rotWithShape="0">
              <a:srgbClr val="22D3EE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874520"/>
            <a:ext cx="6492240" cy="310896"/>
          </a:xfrm>
          <a:prstGeom prst="roundRect">
            <a:avLst>
              <a:gd name="adj" fmla="val 26471"/>
            </a:avLst>
          </a:prstGeom>
          <a:solidFill>
            <a:srgbClr val="0D1526">
              <a:alpha val="9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029968"/>
            <a:ext cx="6492240" cy="15544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988820"/>
            <a:ext cx="82296" cy="82296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73836" y="1988820"/>
            <a:ext cx="82296" cy="82296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47572" y="1988820"/>
            <a:ext cx="82296" cy="82296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18745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scripts/healthcheck.sh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96112" y="2295144"/>
            <a:ext cx="59801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./scripts/healthcheck.sh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 KONEXA HEALTH REPORT ──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Hostname   : konexa-ec2-01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CPU Usage  : 12%  [OK]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     : 428MB / 957MB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Disk Usage : 6.1G / 20G (31%)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Uptime     : 4 days, 07:12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ALL SYSTEMS NORMAL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06640" y="187452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15" name="Image 1" descr="/home/claude/konexa/assets/icons/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975104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83880" y="191109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target server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406640" y="2715768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18" name="Image 2" descr="/home/claude/konexa/assets/icons/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81635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3880" y="275234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processor load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406640" y="3557016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21" name="Image 3" descr="/home/claude/konexa/assets/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6576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35935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used vs. available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06640" y="4398264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24" name="Image 4" descr="/home/claude/konexa/assets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4498848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83880" y="44348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used vs. capacity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406640" y="5239512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pic>
        <p:nvPicPr>
          <p:cNvPr id="27" name="Image 5" descr="/home/claude/konexa/assets/icons/cr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5340096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83880" y="5276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last reboot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Script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Bash script that packages, stores, and ships a backup automatically.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7" name="Image 1" descr="/home/claude/konexa/assets/icons/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156" y="2587752"/>
            <a:ext cx="658368" cy="658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 Project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3152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on EC2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514600" y="2834640"/>
            <a:ext cx="384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899334" y="233172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2" name="Image 2" descr="/home/claude/konexa/assets/icons/b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410" y="2587752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0774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backup.sh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2990774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 runs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773854" y="2834640"/>
            <a:ext cx="384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158588" y="233172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pic>
        <p:nvPicPr>
          <p:cNvPr id="17" name="Image 3" descr="/home/claude/konexa/assets/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664" y="2587752"/>
            <a:ext cx="658368" cy="6583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0028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tar.gz Backup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250028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archive created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033108" y="2834640"/>
            <a:ext cx="384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7417841" y="233172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2" name="Image 4" descr="/home/claude/konexa/assets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5917" y="2587752"/>
            <a:ext cx="658368" cy="6583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09281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backups/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509281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 on server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292361" y="2834640"/>
            <a:ext cx="384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9677095" y="233172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1830">
              <a:alpha val="85000"/>
            </a:srgbClr>
          </a:solidFill>
          <a:ln w="12700">
            <a:solidFill>
              <a:srgbClr val="FF9900">
                <a:alpha val="80000"/>
              </a:srgbClr>
            </a:solidFill>
            <a:prstDash val="solid"/>
          </a:ln>
          <a:effectLst>
            <a:outerShdw blurRad="177800" dist="25400" dir="5400000" algn="bl" rotWithShape="0">
              <a:srgbClr val="FF9900">
                <a:alpha val="30000"/>
              </a:srgbClr>
            </a:outerShdw>
          </a:effectLst>
        </p:spPr>
      </p:sp>
      <p:pic>
        <p:nvPicPr>
          <p:cNvPr id="27" name="Image 5" descr="/home/claude/konexa/assets/icons/aws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5171" y="2587752"/>
            <a:ext cx="658368" cy="6583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68535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9768535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cloud storage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40080" y="461772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111C36">
              <a:alpha val="6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31" name="Image 6" descr="/home/claude/konexa/assets/icons/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791456"/>
            <a:ext cx="502920" cy="5029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63040" y="461772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script call compresses the project, saves it locally, and pushes a copy to S3 for durable, offsite protection.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29200" cy="4480560"/>
          </a:xfrm>
          <a:prstGeom prst="roundRect">
            <a:avLst>
              <a:gd name="adj" fmla="val 2857"/>
            </a:avLst>
          </a:prstGeom>
          <a:solidFill>
            <a:srgbClr val="0F1830">
              <a:alpha val="80000"/>
            </a:srgbClr>
          </a:solidFill>
          <a:ln w="12700">
            <a:solidFill>
              <a:srgbClr val="FF9900">
                <a:alpha val="75000"/>
              </a:srgbClr>
            </a:solidFill>
            <a:prstDash val="solid"/>
          </a:ln>
          <a:effectLst>
            <a:outerShdw blurRad="177800" dist="25400" dir="5400000" algn="bl" rotWithShape="0">
              <a:srgbClr val="FF9900">
                <a:alpha val="30000"/>
              </a:srgbClr>
            </a:outerShdw>
          </a:effectLst>
        </p:spPr>
      </p:sp>
      <p:pic>
        <p:nvPicPr>
          <p:cNvPr id="6" name="Image 1" descr="/home/claude/konexa/assets/icons/aw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05740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konexa-backups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" y="3977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1051560" y="45262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pic>
        <p:nvPicPr>
          <p:cNvPr id="10" name="Image 2" descr="/home/claude/konexa/assets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5811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backup-0714.tar.gz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1051560" y="49834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pic>
        <p:nvPicPr>
          <p:cNvPr id="13" name="Image 3" descr="/home/claude/konexa/assets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5038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backup-0721.tar.gz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1051560" y="54406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FF9900">
                <a:alpha val="45000"/>
              </a:srgbClr>
            </a:solidFill>
            <a:prstDash val="solid"/>
          </a:ln>
        </p:spPr>
      </p:sp>
      <p:pic>
        <p:nvPicPr>
          <p:cNvPr id="16" name="Image 4" descr="/home/claude/konexa/assets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549554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8760" y="5440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backup-0728.tar.gz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943600" y="1691640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pic>
        <p:nvPicPr>
          <p:cNvPr id="19" name="Image 5" descr="/home/claude/konexa/assets/icons/aw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856232"/>
            <a:ext cx="621792" cy="6217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8000" y="176479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Bucket Created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bucket provisioned to hold Konexa backup archives.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943600" y="2834640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pic>
        <p:nvPicPr>
          <p:cNvPr id="22" name="Image 6" descr="/home/claude/konexa/assets/icons/i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999232"/>
            <a:ext cx="621792" cy="6217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58000" y="290779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Attached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authorized via IAM role — no hard-coded credentials.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5943600" y="3977640"/>
            <a:ext cx="5623560" cy="987552"/>
          </a:xfrm>
          <a:prstGeom prst="roundRect">
            <a:avLst>
              <a:gd name="adj" fmla="val 9259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pic>
        <p:nvPicPr>
          <p:cNvPr id="25" name="Image 7" descr="/home/claude/konexa/assets/icons/awscl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4142232"/>
            <a:ext cx="621792" cy="6217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58000" y="405079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Uploads Automatically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backup.sh calls the CLI to push each archive straight to S3.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5943600" y="5166360"/>
            <a:ext cx="5623560" cy="1005840"/>
          </a:xfrm>
          <a:prstGeom prst="roundRect">
            <a:avLst>
              <a:gd name="adj" fmla="val 8182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25400" dir="5400000" algn="bl" rotWithShape="0">
              <a:srgbClr val="22D3EE">
                <a:alpha val="22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5943600" y="5166360"/>
            <a:ext cx="5623560" cy="310896"/>
          </a:xfrm>
          <a:prstGeom prst="roundRect">
            <a:avLst>
              <a:gd name="adj" fmla="val 26471"/>
            </a:avLst>
          </a:prstGeom>
          <a:solidFill>
            <a:srgbClr val="0D1526">
              <a:alpha val="90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5943600" y="5321808"/>
            <a:ext cx="5623560" cy="15544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0" name="Shape 20"/>
          <p:cNvSpPr/>
          <p:nvPr/>
        </p:nvSpPr>
        <p:spPr>
          <a:xfrm>
            <a:off x="6103620" y="5280660"/>
            <a:ext cx="82296" cy="82296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31" name="Shape 21"/>
          <p:cNvSpPr/>
          <p:nvPr/>
        </p:nvSpPr>
        <p:spPr>
          <a:xfrm>
            <a:off x="6277356" y="5280660"/>
            <a:ext cx="82296" cy="82296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6451092" y="5280660"/>
            <a:ext cx="82296" cy="82296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33" name="Text 23"/>
          <p:cNvSpPr/>
          <p:nvPr/>
        </p:nvSpPr>
        <p:spPr>
          <a:xfrm>
            <a:off x="6583680" y="51663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6199632" y="5586984"/>
            <a:ext cx="5111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s3 cp backups/backup-0721.tar.gz \</a:t>
            </a:r>
            <a:endParaRPr lang="en-US" sz="12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 s3://konexa-backups/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AUTOMATION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Automation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run themselves — no manual trigger required.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pic>
        <p:nvPicPr>
          <p:cNvPr id="7" name="Image 1" descr="/home/claude/konexa/assets/icons/c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368296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the work week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926080" y="2834640"/>
            <a:ext cx="589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515258" y="214884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pic>
        <p:nvPicPr>
          <p:cNvPr id="12" name="Image 2" descr="/home/claude/konexa/assets/icons/c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650" y="2368296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06698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AM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06698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trigger fires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801258" y="2834640"/>
            <a:ext cx="589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390437" y="214884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pic>
        <p:nvPicPr>
          <p:cNvPr id="17" name="Image 3" descr="/home/claude/konexa/assets/icons/b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829" y="2368296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1877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backup.sh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81877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executes automatically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676437" y="2834640"/>
            <a:ext cx="589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9265615" y="214884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pic>
        <p:nvPicPr>
          <p:cNvPr id="22" name="Image 4" descr="/home/claude/konexa/assets/icons/aws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6007" y="2368296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57055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357055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archive lands in the cloud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0080" y="434340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52400" dist="25400" dir="5400000" algn="bl" rotWithShape="0">
              <a:srgbClr val="22D3EE">
                <a:alpha val="2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0080" y="4343400"/>
            <a:ext cx="10911535" cy="310896"/>
          </a:xfrm>
          <a:prstGeom prst="roundRect">
            <a:avLst>
              <a:gd name="adj" fmla="val 26471"/>
            </a:avLst>
          </a:prstGeom>
          <a:solidFill>
            <a:srgbClr val="0D1526">
              <a:alpha val="9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40080" y="4498848"/>
            <a:ext cx="10911535" cy="15544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8" name="Shape 21"/>
          <p:cNvSpPr/>
          <p:nvPr/>
        </p:nvSpPr>
        <p:spPr>
          <a:xfrm>
            <a:off x="800100" y="4457700"/>
            <a:ext cx="82296" cy="82296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973836" y="4457700"/>
            <a:ext cx="82296" cy="82296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1147572" y="4457700"/>
            <a:ext cx="82296" cy="82296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1280160" y="4343400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crontab -e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896112" y="4764024"/>
            <a:ext cx="103994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$ 0 0 * * 1 /home/ubuntu/Konexa/scripts/backup.sh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· Hour · Day-of-month · Month · Day-of-week — every Monday at midnight, run backup.sh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Project Workflow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pic>
        <p:nvPicPr>
          <p:cNvPr id="6" name="Image 1" descr="/home/claude/konexa/assets/icons/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" y="2743200"/>
            <a:ext cx="658368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331720" y="3337560"/>
            <a:ext cx="1523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2484059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10" name="Image 2" descr="/home/claude/konexa/assets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695" y="2743200"/>
            <a:ext cx="658368" cy="6583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57211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175699" y="3337560"/>
            <a:ext cx="1523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328038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14" name="Image 3" descr="/home/claude/konexa/assets/icons/awse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674" y="2743200"/>
            <a:ext cx="658368" cy="6583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01190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EC2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019678" y="3337560"/>
            <a:ext cx="1523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172017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18" name="Image 4" descr="/home/claude/konexa/assets/icons/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653" y="2743200"/>
            <a:ext cx="658368" cy="6583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5169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863657" y="3337560"/>
            <a:ext cx="1523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8015996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22" name="Image 5" descr="/home/claude/konexa/assets/icons/ba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2632" y="2743200"/>
            <a:ext cx="658368" cy="6583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89148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Script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9707636" y="3337560"/>
            <a:ext cx="1523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9859975" y="2468880"/>
            <a:ext cx="1691640" cy="2103120"/>
          </a:xfrm>
          <a:prstGeom prst="roundRect">
            <a:avLst>
              <a:gd name="adj" fmla="val 6486"/>
            </a:avLst>
          </a:prstGeom>
          <a:solidFill>
            <a:srgbClr val="0F1830">
              <a:alpha val="75000"/>
            </a:srgbClr>
          </a:solidFill>
          <a:ln w="12700">
            <a:solidFill>
              <a:srgbClr val="FF9900">
                <a:alpha val="70000"/>
              </a:srgbClr>
            </a:solidFill>
            <a:prstDash val="solid"/>
          </a:ln>
          <a:effectLst>
            <a:outerShdw blurRad="177800" dist="25400" dir="5400000" algn="bl" rotWithShape="0">
              <a:srgbClr val="FF9900">
                <a:alpha val="30000"/>
              </a:srgbClr>
            </a:outerShdw>
          </a:effectLst>
        </p:spPr>
      </p:sp>
      <p:pic>
        <p:nvPicPr>
          <p:cNvPr id="26" name="Image 6" descr="/home/claude/konexa/assets/icons/awss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6611" y="2743200"/>
            <a:ext cx="658368" cy="6583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933127" y="35661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40080" y="5029200"/>
            <a:ext cx="10911535" cy="1143000"/>
          </a:xfrm>
          <a:prstGeom prst="roundRect">
            <a:avLst>
              <a:gd name="adj" fmla="val 8000"/>
            </a:avLst>
          </a:prstGeom>
          <a:solidFill>
            <a:srgbClr val="111C36">
              <a:alpha val="55000"/>
            </a:srgbClr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914400" y="502920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pushed to GitHub, deployed to an Ubuntu EC2 instance, monitored with the health-check script, and protected on a weekly cron-driven backup cycle to Amazon S3 — a complete, self-sustaining operational loop.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LINE TOOLKIT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Commands Used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" y="1833372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01268" y="1833372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147572" y="1833372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842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repository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615184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" y="2756916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001268" y="2756916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7572" y="2756916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29077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1638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3538728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" y="3680460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01268" y="3680460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47572" y="3680460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8313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8680" y="40873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commits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4462272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4964" y="4604004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01268" y="4604004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47572" y="4604004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47548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8680" y="501091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scripts executable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5385816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54964" y="5527548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001268" y="5527548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147572" y="5527548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68680" y="56784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68680" y="593445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nested folders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126480" y="1691640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41364" y="1833372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487668" y="1833372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633972" y="1833372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355080" y="19842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-czf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355080" y="224028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backup archive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126480" y="2615184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41364" y="2756916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87668" y="2756916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633972" y="2756916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355080" y="29077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crontab -e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355080" y="31638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scheduled jobs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126480" y="3538728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41364" y="3680460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487668" y="3680460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633972" y="3680460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6355080" y="38313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s3 cp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355080" y="40873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S3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26480" y="4462272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41364" y="4604004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487668" y="4604004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633972" y="4604004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6355080" y="47548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6355080" y="501091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package index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126480" y="5385816"/>
            <a:ext cx="5166360" cy="777240"/>
          </a:xfrm>
          <a:prstGeom prst="roundRect">
            <a:avLst>
              <a:gd name="adj" fmla="val 10588"/>
            </a:avLst>
          </a:prstGeom>
          <a:solidFill>
            <a:srgbClr val="070B16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341364" y="5527548"/>
            <a:ext cx="82296" cy="82296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487668" y="5527548"/>
            <a:ext cx="82296" cy="8229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633972" y="5527548"/>
            <a:ext cx="82296" cy="822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6355080" y="56784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snap install aws-cli --classic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6355080" y="593445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AWS CLI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4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ACTIVE USE — MODULE 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7" name="Image 1" descr="/home/claude/konexa/assets/icons/ubunt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2020824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4688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10" name="Image 2" descr="/home/claude/konexa/assets/icons/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096" y="2020824"/>
            <a:ext cx="585216" cy="5852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146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2976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13" name="Image 3" descr="/home/claude/konexa/assets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020824"/>
            <a:ext cx="585216" cy="5852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434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1264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16" name="Image 4" descr="/home/claude/konexa/assets/icons/apach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2020824"/>
            <a:ext cx="585216" cy="5852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79552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19" name="Image 5" descr="/home/claude/konexa/assets/icons/nodej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2020824"/>
            <a:ext cx="585216" cy="58521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010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9784080" y="1874520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22" name="Image 6" descr="/home/claude/konexa/assets/icons/awse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9296" y="2020824"/>
            <a:ext cx="585216" cy="58521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829800" y="2697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640080" y="3209544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25" name="Image 7" descr="/home/claude/konexa/assets/icons/i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5296" y="3355848"/>
            <a:ext cx="585216" cy="58521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5800" y="403250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2468880" y="3209544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28" name="Image 8" descr="/home/claude/konexa/assets/icons/awss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4096" y="3355848"/>
            <a:ext cx="585216" cy="58521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514600" y="403250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4297680" y="3209544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31" name="Image 9" descr="/home/claude/konexa/assets/icons/awscl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2896" y="3355848"/>
            <a:ext cx="585216" cy="58521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343400" y="403250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050" dirty="0"/>
          </a:p>
        </p:txBody>
      </p:sp>
      <p:sp>
        <p:nvSpPr>
          <p:cNvPr id="33" name="Shape 21"/>
          <p:cNvSpPr/>
          <p:nvPr/>
        </p:nvSpPr>
        <p:spPr>
          <a:xfrm>
            <a:off x="6126480" y="3209544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34" name="Image 10" descr="/home/claude/konexa/assets/icons/bas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1696" y="3355848"/>
            <a:ext cx="585216" cy="585216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172200" y="403250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050" dirty="0"/>
          </a:p>
        </p:txBody>
      </p:sp>
      <p:sp>
        <p:nvSpPr>
          <p:cNvPr id="36" name="Shape 23"/>
          <p:cNvSpPr/>
          <p:nvPr/>
        </p:nvSpPr>
        <p:spPr>
          <a:xfrm>
            <a:off x="7955280" y="3209544"/>
            <a:ext cx="1755648" cy="1207008"/>
          </a:xfrm>
          <a:prstGeom prst="roundRect">
            <a:avLst>
              <a:gd name="adj" fmla="val 7576"/>
            </a:avLst>
          </a:prstGeom>
          <a:solidFill>
            <a:srgbClr val="111C36">
              <a:alpha val="4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pic>
        <p:nvPicPr>
          <p:cNvPr id="37" name="Image 11" descr="/home/claude/konexa/assets/icons/cr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0496" y="3355848"/>
            <a:ext cx="585216" cy="585216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8001000" y="403250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050" dirty="0"/>
          </a:p>
        </p:txBody>
      </p:sp>
      <p:sp>
        <p:nvSpPr>
          <p:cNvPr id="39" name="Text 25"/>
          <p:cNvSpPr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Text 27"/>
          <p:cNvSpPr/>
          <p:nvPr/>
        </p:nvSpPr>
        <p:spPr>
          <a:xfrm>
            <a:off x="685800" y="59436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5" name="Text 29"/>
          <p:cNvSpPr/>
          <p:nvPr/>
        </p:nvSpPr>
        <p:spPr>
          <a:xfrm>
            <a:off x="2514600" y="59436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8" name="Text 31"/>
          <p:cNvSpPr/>
          <p:nvPr/>
        </p:nvSpPr>
        <p:spPr>
          <a:xfrm>
            <a:off x="4343400" y="59436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33"/>
          <p:cNvSpPr/>
          <p:nvPr/>
        </p:nvSpPr>
        <p:spPr>
          <a:xfrm>
            <a:off x="6172200" y="59436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2" name="Text 34"/>
          <p:cNvSpPr/>
          <p:nvPr/>
        </p:nvSpPr>
        <p:spPr>
          <a:xfrm>
            <a:off x="4025245" y="4416552"/>
            <a:ext cx="7767687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53" name="Text 35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UNDER PRESSURE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F87171">
                <a:alpha val="65000"/>
              </a:srgbClr>
            </a:solidFill>
            <a:prstDash val="solid"/>
          </a:ln>
        </p:spPr>
      </p:sp>
      <p:pic>
        <p:nvPicPr>
          <p:cNvPr id="6" name="Image 1" descr="/home/claude/konexa/assets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70532"/>
            <a:ext cx="493776" cy="49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64792"/>
            <a:ext cx="4343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authentication failed (403)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897880" y="20162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0" y="1691640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pic>
        <p:nvPicPr>
          <p:cNvPr id="10" name="Image 2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970532"/>
            <a:ext cx="493776" cy="493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764792"/>
            <a:ext cx="4251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Personal Access Token for HTTPS auth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40080" y="2871216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F87171">
                <a:alpha val="65000"/>
              </a:srgbClr>
            </a:solidFill>
            <a:prstDash val="solid"/>
          </a:ln>
        </p:spPr>
      </p:sp>
      <p:pic>
        <p:nvPicPr>
          <p:cNvPr id="13" name="Image 3" descr="/home/claude/konexa/assets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50108"/>
            <a:ext cx="493776" cy="493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944368"/>
            <a:ext cx="4343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installation issues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897880" y="319582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6400800" y="2871216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pic>
        <p:nvPicPr>
          <p:cNvPr id="17" name="Image 4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150108"/>
            <a:ext cx="493776" cy="4937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78040" y="2944368"/>
            <a:ext cx="4251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via snap in classic confinement mode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40080" y="4050792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F87171">
                <a:alpha val="65000"/>
              </a:srgbClr>
            </a:solidFill>
            <a:prstDash val="solid"/>
          </a:ln>
        </p:spPr>
      </p:sp>
      <p:pic>
        <p:nvPicPr>
          <p:cNvPr id="20" name="Image 5" descr="/home/claude/konexa/assets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29684"/>
            <a:ext cx="493776" cy="4937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17320" y="4123944"/>
            <a:ext cx="4343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archive grew too large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5897880" y="437540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23" name="Shape 15"/>
          <p:cNvSpPr/>
          <p:nvPr/>
        </p:nvSpPr>
        <p:spPr>
          <a:xfrm>
            <a:off x="6400800" y="4050792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pic>
        <p:nvPicPr>
          <p:cNvPr id="24" name="Image 6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29684"/>
            <a:ext cx="493776" cy="4937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78040" y="4123944"/>
            <a:ext cx="4251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tar compression and excluded unneeded paths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640080" y="5230368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F87171">
                <a:alpha val="65000"/>
              </a:srgbClr>
            </a:solidFill>
            <a:prstDash val="solid"/>
          </a:ln>
        </p:spPr>
      </p:sp>
      <p:pic>
        <p:nvPicPr>
          <p:cNvPr id="27" name="Image 7" descr="/home/claude/konexa/assets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09260"/>
            <a:ext cx="493776" cy="49377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417320" y="5303520"/>
            <a:ext cx="4343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configuration errors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5897880" y="55549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2000" dirty="0"/>
          </a:p>
        </p:txBody>
      </p:sp>
      <p:sp>
        <p:nvSpPr>
          <p:cNvPr id="30" name="Shape 20"/>
          <p:cNvSpPr/>
          <p:nvPr/>
        </p:nvSpPr>
        <p:spPr>
          <a:xfrm>
            <a:off x="6400800" y="5230368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pic>
        <p:nvPicPr>
          <p:cNvPr id="31" name="Image 8" descr="/home/claude/konexa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509260"/>
            <a:ext cx="493776" cy="49377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78040" y="5303520"/>
            <a:ext cx="4251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Reworked the policy to scope least-privilege S3 access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core competencies strengthened while shipping Module 1.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7" name="Image 1" descr="/home/claude/konexa/assets/icons/lin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2258568"/>
            <a:ext cx="768096" cy="7680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154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Administration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880360" y="1965960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2" descr="/home/claude/konexa/assets/icons/aws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2258568"/>
            <a:ext cx="768096" cy="7680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71800" y="3154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Fundamentals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120640" y="1965960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3" name="Image 3" descr="/home/claude/konexa/assets/icons/g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2258568"/>
            <a:ext cx="768096" cy="7680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3154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360920" y="1965960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6" name="Image 4" descr="/home/claude/konexa/assets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2258568"/>
            <a:ext cx="768096" cy="7680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52360" y="3154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Collaboration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9601200" y="1965960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9" name="Image 5" descr="/home/claude/konexa/assets/icons/ba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856" y="2258568"/>
            <a:ext cx="768096" cy="7680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92640" y="315468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Scripting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40080" y="3986784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2" name="Image 6" descr="/home/claude/konexa/assets/icons/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6736" y="4279392"/>
            <a:ext cx="768096" cy="7680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1520" y="5175504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Design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2880360" y="3986784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5" name="Image 7" descr="/home/claude/konexa/assets/icons/cr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7016" y="4279392"/>
            <a:ext cx="768096" cy="76809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971800" y="5175504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Scheduling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5120640" y="3986784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8" name="Image 8" descr="/home/claude/konexa/assets/icons/awss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7296" y="4279392"/>
            <a:ext cx="768096" cy="76809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12080" y="5175504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Storage</a:t>
            </a:r>
            <a:endParaRPr lang="en-US" sz="1200" dirty="0"/>
          </a:p>
        </p:txBody>
      </p:sp>
      <p:sp>
        <p:nvSpPr>
          <p:cNvPr id="30" name="Shape 19"/>
          <p:cNvSpPr/>
          <p:nvPr/>
        </p:nvSpPr>
        <p:spPr>
          <a:xfrm>
            <a:off x="7360920" y="3986784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1" name="Image 9" descr="/home/claude/konexa/assets/icons/i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7576" y="4279392"/>
            <a:ext cx="768096" cy="76809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52360" y="5175504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Policy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9601200" y="3986784"/>
            <a:ext cx="2121408" cy="1874520"/>
          </a:xfrm>
          <a:prstGeom prst="roundRect">
            <a:avLst>
              <a:gd name="adj" fmla="val 5854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4" name="Image 10" descr="/home/claude/konexa/assets/icons/awscl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7856" y="4279392"/>
            <a:ext cx="768096" cy="768096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9692640" y="5175504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Operations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37" name="Text 2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Konexa continues to evolve — each future module layers new capability onto this foundation.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13332" y="2258568"/>
            <a:ext cx="402336" cy="402336"/>
          </a:xfrm>
          <a:prstGeom prst="ellipse">
            <a:avLst/>
          </a:prstGeom>
          <a:solidFill>
            <a:srgbClr val="0B1120">
              <a:alpha val="90000"/>
            </a:srgbClr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13332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350" dirty="0"/>
          </a:p>
        </p:txBody>
      </p:sp>
      <p:pic>
        <p:nvPicPr>
          <p:cNvPr id="10" name="Image 1" descr="/home/claude/konexa/assets/icons/jenk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892" y="3291840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50" dirty="0"/>
          </a:p>
        </p:txBody>
      </p:sp>
      <p:pic>
        <p:nvPicPr>
          <p:cNvPr id="12" name="Image 2" descr="/home/claude/konexa/assets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2" y="4160520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4782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788920" y="3840480"/>
            <a:ext cx="4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830754" y="205740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04006" y="2258568"/>
            <a:ext cx="402336" cy="402336"/>
          </a:xfrm>
          <a:prstGeom prst="ellipse">
            <a:avLst/>
          </a:prstGeom>
          <a:solidFill>
            <a:srgbClr val="0B1120">
              <a:alpha val="90000"/>
            </a:srgbClr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704006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922194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350" dirty="0"/>
          </a:p>
        </p:txBody>
      </p:sp>
      <p:pic>
        <p:nvPicPr>
          <p:cNvPr id="19" name="Image 3" descr="/home/claude/konexa/assets/icons/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2566" y="3291840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876474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979594" y="3840480"/>
            <a:ext cx="4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5021428" y="205740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94680" y="2258568"/>
            <a:ext cx="402336" cy="402336"/>
          </a:xfrm>
          <a:prstGeom prst="ellipse">
            <a:avLst/>
          </a:prstGeom>
          <a:solidFill>
            <a:srgbClr val="0B1120">
              <a:alpha val="90000"/>
            </a:srgbClr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89468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112868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350" dirty="0"/>
          </a:p>
        </p:txBody>
      </p:sp>
      <p:pic>
        <p:nvPicPr>
          <p:cNvPr id="26" name="Image 4" descr="/home/claude/konexa/assets/icons/kuberne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240" y="3291840"/>
            <a:ext cx="585216" cy="5852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7148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170268" y="3840480"/>
            <a:ext cx="4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7212101" y="205740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85353" y="2258568"/>
            <a:ext cx="402336" cy="402336"/>
          </a:xfrm>
          <a:prstGeom prst="ellipse">
            <a:avLst/>
          </a:prstGeom>
          <a:solidFill>
            <a:srgbClr val="0B1120">
              <a:alpha val="90000"/>
            </a:srgbClr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085353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303541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350" dirty="0"/>
          </a:p>
        </p:txBody>
      </p:sp>
      <p:pic>
        <p:nvPicPr>
          <p:cNvPr id="33" name="Image 5" descr="/home/claude/konexa/assets/icons/terrafo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3913" y="3291840"/>
            <a:ext cx="585216" cy="58521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57821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50" dirty="0"/>
          </a:p>
        </p:txBody>
      </p:sp>
      <p:pic>
        <p:nvPicPr>
          <p:cNvPr id="35" name="Image 6" descr="/home/claude/konexa/assets/icons/ansib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3913" y="4160520"/>
            <a:ext cx="585216" cy="58521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57821" y="4782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9360941" y="3840480"/>
            <a:ext cx="41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8" name="Shape 29"/>
          <p:cNvSpPr/>
          <p:nvPr/>
        </p:nvSpPr>
        <p:spPr>
          <a:xfrm>
            <a:off x="9402775" y="205740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F1830">
              <a:alpha val="65000"/>
            </a:srgbClr>
          </a:solidFill>
          <a:ln w="12700">
            <a:solidFill>
              <a:srgbClr val="3B82F6">
                <a:alpha val="65000"/>
              </a:srgbClr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10276027" y="2258568"/>
            <a:ext cx="402336" cy="402336"/>
          </a:xfrm>
          <a:prstGeom prst="ellipse">
            <a:avLst/>
          </a:prstGeom>
          <a:solidFill>
            <a:srgbClr val="0B1120">
              <a:alpha val="90000"/>
            </a:srgbClr>
          </a:solidFill>
          <a:ln w="1905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10276027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9494215" y="2770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350" dirty="0"/>
          </a:p>
        </p:txBody>
      </p:sp>
      <p:pic>
        <p:nvPicPr>
          <p:cNvPr id="42" name="Image 7" descr="/home/claude/konexa/assets/icons/promethe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4587" y="3291840"/>
            <a:ext cx="585216" cy="58521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448495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pic>
        <p:nvPicPr>
          <p:cNvPr id="44" name="Image 8" descr="/home/claude/konexa/assets/icons/grafan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4587" y="4160520"/>
            <a:ext cx="585216" cy="58521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448495" y="4782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pic>
        <p:nvPicPr>
          <p:cNvPr id="46" name="Image 9" descr="/home/claude/konexa/assets/icons/a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4587" y="5029200"/>
            <a:ext cx="585216" cy="58521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448495" y="5650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1000" dirty="0"/>
          </a:p>
        </p:txBody>
      </p:sp>
      <p:sp>
        <p:nvSpPr>
          <p:cNvPr id="49" name="Text 3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onexa/assets/bg/bg_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92728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MODULE 1 PRESENTATION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090008" y="2880360"/>
            <a:ext cx="2011680" cy="0"/>
          </a:xfrm>
          <a:prstGeom prst="lin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KONEXA</a:t>
            </a: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v1.0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DevOps Operations Platform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718408" y="4434840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0F1830">
              <a:alpha val="7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77800" dist="25400" dir="5400000" algn="bl" rotWithShape="0">
              <a:srgbClr val="22D3EE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01288" y="4590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01288" y="48646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Essakimuthu Muthu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901288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59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in Training  ·  AWS Cloud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1207</Words>
  <Application>Microsoft Office PowerPoint</Application>
  <PresentationFormat>Widescreen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Essakimuthu Konar</cp:lastModifiedBy>
  <cp:revision>2</cp:revision>
  <dcterms:created xsi:type="dcterms:W3CDTF">2026-07-22T19:47:48Z</dcterms:created>
  <dcterms:modified xsi:type="dcterms:W3CDTF">2026-07-22T19:59:33Z</dcterms:modified>
</cp:coreProperties>
</file>